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4FE69-AB98-490F-A054-D6D40ED9BDA6}" v="2" dt="2026-03-28T09:36:53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89" autoAdjust="0"/>
    <p:restoredTop sz="94660"/>
  </p:normalViewPr>
  <p:slideViewPr>
    <p:cSldViewPr snapToGrid="0">
      <p:cViewPr varScale="1">
        <p:scale>
          <a:sx n="59" d="100"/>
          <a:sy n="59" d="100"/>
        </p:scale>
        <p:origin x="1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uassila Narsis" userId="8afeac43-c9fe-4cf2-bcf3-9d8131745dc7" providerId="ADAL" clId="{783705F0-3C42-443D-8C72-6CBE75CF1829}"/>
    <pc:docChg chg="custSel addSld modSld">
      <pc:chgData name="Ouassila Narsis" userId="8afeac43-c9fe-4cf2-bcf3-9d8131745dc7" providerId="ADAL" clId="{783705F0-3C42-443D-8C72-6CBE75CF1829}" dt="2026-03-28T09:38:23.166" v="56" actId="14100"/>
      <pc:docMkLst>
        <pc:docMk/>
      </pc:docMkLst>
      <pc:sldChg chg="addSp modSp mod">
        <pc:chgData name="Ouassila Narsis" userId="8afeac43-c9fe-4cf2-bcf3-9d8131745dc7" providerId="ADAL" clId="{783705F0-3C42-443D-8C72-6CBE75CF1829}" dt="2026-03-28T09:22:57.412" v="52" actId="1076"/>
        <pc:sldMkLst>
          <pc:docMk/>
          <pc:sldMk cId="2741625219" sldId="256"/>
        </pc:sldMkLst>
        <pc:spChg chg="mod">
          <ac:chgData name="Ouassila Narsis" userId="8afeac43-c9fe-4cf2-bcf3-9d8131745dc7" providerId="ADAL" clId="{783705F0-3C42-443D-8C72-6CBE75CF1829}" dt="2026-03-28T09:19:42.842" v="28" actId="20577"/>
          <ac:spMkLst>
            <pc:docMk/>
            <pc:sldMk cId="2741625219" sldId="256"/>
            <ac:spMk id="20" creationId="{BEF10647-325B-5463-E1C6-934F643927EE}"/>
          </ac:spMkLst>
        </pc:spChg>
        <pc:spChg chg="mod">
          <ac:chgData name="Ouassila Narsis" userId="8afeac43-c9fe-4cf2-bcf3-9d8131745dc7" providerId="ADAL" clId="{783705F0-3C42-443D-8C72-6CBE75CF1829}" dt="2026-03-28T09:20:19.564" v="41" actId="20577"/>
          <ac:spMkLst>
            <pc:docMk/>
            <pc:sldMk cId="2741625219" sldId="256"/>
            <ac:spMk id="23" creationId="{111919DA-B8BC-43D4-E313-91CC9D1841AB}"/>
          </ac:spMkLst>
        </pc:spChg>
        <pc:spChg chg="add mod">
          <ac:chgData name="Ouassila Narsis" userId="8afeac43-c9fe-4cf2-bcf3-9d8131745dc7" providerId="ADAL" clId="{783705F0-3C42-443D-8C72-6CBE75CF1829}" dt="2026-03-28T09:22:57.412" v="52" actId="1076"/>
          <ac:spMkLst>
            <pc:docMk/>
            <pc:sldMk cId="2741625219" sldId="256"/>
            <ac:spMk id="25" creationId="{C7318C06-0536-BFF5-6417-43DB86BE3EA6}"/>
          </ac:spMkLst>
        </pc:spChg>
      </pc:sldChg>
      <pc:sldChg chg="addSp delSp modSp add mod">
        <pc:chgData name="Ouassila Narsis" userId="8afeac43-c9fe-4cf2-bcf3-9d8131745dc7" providerId="ADAL" clId="{783705F0-3C42-443D-8C72-6CBE75CF1829}" dt="2026-03-28T09:38:23.166" v="56" actId="14100"/>
        <pc:sldMkLst>
          <pc:docMk/>
          <pc:sldMk cId="953839806" sldId="257"/>
        </pc:sldMkLst>
        <pc:spChg chg="del">
          <ac:chgData name="Ouassila Narsis" userId="8afeac43-c9fe-4cf2-bcf3-9d8131745dc7" providerId="ADAL" clId="{783705F0-3C42-443D-8C72-6CBE75CF1829}" dt="2026-03-28T09:36:57.550" v="54" actId="478"/>
          <ac:spMkLst>
            <pc:docMk/>
            <pc:sldMk cId="953839806" sldId="257"/>
            <ac:spMk id="8" creationId="{4FBF2CBB-26CE-DC6E-5F49-AF27C9F3BD58}"/>
          </ac:spMkLst>
        </pc:spChg>
        <pc:spChg chg="del">
          <ac:chgData name="Ouassila Narsis" userId="8afeac43-c9fe-4cf2-bcf3-9d8131745dc7" providerId="ADAL" clId="{783705F0-3C42-443D-8C72-6CBE75CF1829}" dt="2026-03-28T09:36:57.550" v="54" actId="478"/>
          <ac:spMkLst>
            <pc:docMk/>
            <pc:sldMk cId="953839806" sldId="257"/>
            <ac:spMk id="9" creationId="{DCB3A12C-39CE-6D50-AE12-6AF9600C44AC}"/>
          </ac:spMkLst>
        </pc:spChg>
        <pc:spChg chg="del">
          <ac:chgData name="Ouassila Narsis" userId="8afeac43-c9fe-4cf2-bcf3-9d8131745dc7" providerId="ADAL" clId="{783705F0-3C42-443D-8C72-6CBE75CF1829}" dt="2026-03-28T09:36:57.550" v="54" actId="478"/>
          <ac:spMkLst>
            <pc:docMk/>
            <pc:sldMk cId="953839806" sldId="257"/>
            <ac:spMk id="10" creationId="{8B5336D0-EC19-A9A1-B89A-1DFD1C7A21E5}"/>
          </ac:spMkLst>
        </pc:spChg>
        <pc:spChg chg="del">
          <ac:chgData name="Ouassila Narsis" userId="8afeac43-c9fe-4cf2-bcf3-9d8131745dc7" providerId="ADAL" clId="{783705F0-3C42-443D-8C72-6CBE75CF1829}" dt="2026-03-28T09:36:57.550" v="54" actId="478"/>
          <ac:spMkLst>
            <pc:docMk/>
            <pc:sldMk cId="953839806" sldId="257"/>
            <ac:spMk id="12" creationId="{34E6D0D3-0366-03EA-4004-ACAE76772932}"/>
          </ac:spMkLst>
        </pc:spChg>
        <pc:spChg chg="del">
          <ac:chgData name="Ouassila Narsis" userId="8afeac43-c9fe-4cf2-bcf3-9d8131745dc7" providerId="ADAL" clId="{783705F0-3C42-443D-8C72-6CBE75CF1829}" dt="2026-03-28T09:36:57.550" v="54" actId="478"/>
          <ac:spMkLst>
            <pc:docMk/>
            <pc:sldMk cId="953839806" sldId="257"/>
            <ac:spMk id="13" creationId="{149A7944-18F8-6E36-2D2B-24C0B92D3D50}"/>
          </ac:spMkLst>
        </pc:spChg>
        <pc:spChg chg="del">
          <ac:chgData name="Ouassila Narsis" userId="8afeac43-c9fe-4cf2-bcf3-9d8131745dc7" providerId="ADAL" clId="{783705F0-3C42-443D-8C72-6CBE75CF1829}" dt="2026-03-28T09:36:57.550" v="54" actId="478"/>
          <ac:spMkLst>
            <pc:docMk/>
            <pc:sldMk cId="953839806" sldId="257"/>
            <ac:spMk id="14" creationId="{27EB0422-A02B-54A2-BD7C-A3C9FA6264BA}"/>
          </ac:spMkLst>
        </pc:spChg>
        <pc:spChg chg="del">
          <ac:chgData name="Ouassila Narsis" userId="8afeac43-c9fe-4cf2-bcf3-9d8131745dc7" providerId="ADAL" clId="{783705F0-3C42-443D-8C72-6CBE75CF1829}" dt="2026-03-28T09:36:57.550" v="54" actId="478"/>
          <ac:spMkLst>
            <pc:docMk/>
            <pc:sldMk cId="953839806" sldId="257"/>
            <ac:spMk id="15" creationId="{875359D9-5AB9-1E65-0EE4-5ADD7DB0FE67}"/>
          </ac:spMkLst>
        </pc:spChg>
        <pc:spChg chg="del">
          <ac:chgData name="Ouassila Narsis" userId="8afeac43-c9fe-4cf2-bcf3-9d8131745dc7" providerId="ADAL" clId="{783705F0-3C42-443D-8C72-6CBE75CF1829}" dt="2026-03-28T09:36:57.550" v="54" actId="478"/>
          <ac:spMkLst>
            <pc:docMk/>
            <pc:sldMk cId="953839806" sldId="257"/>
            <ac:spMk id="16" creationId="{22FA1D01-A4DA-AA4C-9E54-107B9176E984}"/>
          </ac:spMkLst>
        </pc:spChg>
        <pc:spChg chg="del">
          <ac:chgData name="Ouassila Narsis" userId="8afeac43-c9fe-4cf2-bcf3-9d8131745dc7" providerId="ADAL" clId="{783705F0-3C42-443D-8C72-6CBE75CF1829}" dt="2026-03-28T09:36:57.550" v="54" actId="478"/>
          <ac:spMkLst>
            <pc:docMk/>
            <pc:sldMk cId="953839806" sldId="257"/>
            <ac:spMk id="20" creationId="{69D95AF7-8DB6-AFBB-29A4-CC22CBE35E41}"/>
          </ac:spMkLst>
        </pc:spChg>
        <pc:spChg chg="del">
          <ac:chgData name="Ouassila Narsis" userId="8afeac43-c9fe-4cf2-bcf3-9d8131745dc7" providerId="ADAL" clId="{783705F0-3C42-443D-8C72-6CBE75CF1829}" dt="2026-03-28T09:36:57.550" v="54" actId="478"/>
          <ac:spMkLst>
            <pc:docMk/>
            <pc:sldMk cId="953839806" sldId="257"/>
            <ac:spMk id="25" creationId="{99FBFF5F-77FC-B969-A240-F9370C5FC7BD}"/>
          </ac:spMkLst>
        </pc:spChg>
        <pc:graphicFrameChg chg="add mod modGraphic">
          <ac:chgData name="Ouassila Narsis" userId="8afeac43-c9fe-4cf2-bcf3-9d8131745dc7" providerId="ADAL" clId="{783705F0-3C42-443D-8C72-6CBE75CF1829}" dt="2026-03-28T09:38:23.166" v="56" actId="14100"/>
          <ac:graphicFrameMkLst>
            <pc:docMk/>
            <pc:sldMk cId="953839806" sldId="257"/>
            <ac:graphicFrameMk id="2" creationId="{C1239E9E-8DC3-9B83-5FAC-05B451D93A9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4D43AB-60D2-84F3-C30A-514BC17D2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CA91EB1-5D2F-4A5A-84EC-572822FE7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7F0363-4A0A-0559-C4C0-555AEC4FE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E63D-D056-4BDE-8847-FB58B67EB839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C0E2CE-1143-B7AA-516D-3E61D3B8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AC3BDA-FC7E-EFEC-A372-0AF76820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5E2A-6B45-41B6-B4EF-8EEA783DE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77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06A7B6-AD61-EAB0-D0E8-0C272368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CB838B-B793-8DD6-20C8-63C11D601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3520F7-1F99-4AB0-C197-030FD172F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E63D-D056-4BDE-8847-FB58B67EB839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9F4902-F91A-0BF7-2D3F-223A60A15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6FCA1B-5011-94B7-C791-DDA469AC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5E2A-6B45-41B6-B4EF-8EEA783DE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110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7A0B6A-820C-A7B1-92A0-516C9D7D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851AA0-055B-ED81-AF38-58193F2D9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D7EADB-C5C2-AA4E-AF21-20CBF140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E63D-D056-4BDE-8847-FB58B67EB839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B5116C-1A8A-15B8-0D62-B5330387D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1D1727-CCA0-439C-7B40-0A72363E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5E2A-6B45-41B6-B4EF-8EEA783DE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2300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B95914-7E2F-3D43-F2FB-A6EF8BBF9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DF106C-1A58-82E7-C505-3403BCFC1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5D5A91-1086-6474-EA40-80C96F898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4D360E-9343-CF7B-F472-3843085F8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E63D-D056-4BDE-8847-FB58B67EB839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791DAE-ED15-38F9-111E-216DC2A6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99BABE-582D-A34F-A165-0D338D2B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5E2A-6B45-41B6-B4EF-8EEA783DE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55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2A5B15-C417-B271-3EBD-C37F5FF6E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743CC2-FE35-49AF-63E0-36887B238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7DE384-A8ED-1042-A2A5-32130109A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2DD2515-B147-571E-ABA4-740F775D3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94F9A03-A8B9-B7CB-F64F-3024B2FAA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B337440-36B2-B076-6C0F-20869C019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E63D-D056-4BDE-8847-FB58B67EB839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BA5ADD9-C32B-85E9-EC77-0FFB01F5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E483976-47A6-4730-FE41-2FF198E3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5E2A-6B45-41B6-B4EF-8EEA783DE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6199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D33FB9-BCE7-2386-67F8-591BCA240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5AD947F-CE21-BE71-83C4-2CCEAF5A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E63D-D056-4BDE-8847-FB58B67EB839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FC67CF6-5828-9CCE-801C-10173896C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C0A627-7350-D1B3-62D0-F1FF7BA5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5E2A-6B45-41B6-B4EF-8EEA783DE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761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A151B83-D137-5308-F734-4DFC8A45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E63D-D056-4BDE-8847-FB58B67EB839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C920F9E-5A61-8E14-8C3F-336911FA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CD970E-8318-4324-9C52-E65BC4BD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5E2A-6B45-41B6-B4EF-8EEA783DE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491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10FC4A-315E-F8E5-1545-5B87A0C1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EB061B-6012-0E00-2F2A-DB6B012E6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D53A61-12AD-F332-2B8D-AFAF3BEDC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2B0B53-A4F6-1181-42AD-6705DECB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E63D-D056-4BDE-8847-FB58B67EB839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F30CF4-4467-C4C8-790B-6CB349D2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5A30E0-7824-6DDC-C018-F0022F5D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5E2A-6B45-41B6-B4EF-8EEA783DE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5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F66CB2-3D36-0A7D-F683-25C2C00DD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EF77C77-27AE-10AD-3FEC-6F06FC694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9D3C63-2769-3250-9CB6-64B641C7A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3938EA-7E22-7B01-97B6-0D941AE5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E63D-D056-4BDE-8847-FB58B67EB839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8233A3-AE1C-D2F8-9E32-42ABC4A03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4F9F19-75B7-B13B-0D68-9233D923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5E2A-6B45-41B6-B4EF-8EEA783DE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89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4A11B-E53E-9441-A7FD-72BBE6167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B2D5AC-EBD3-D52A-E56D-3B12A022F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BF8A90-7EC3-E2FA-8546-E231BB2F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E63D-D056-4BDE-8847-FB58B67EB839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F1D34C-695C-CED7-94E3-2B415B5E7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42287A-1088-E55A-5813-19305A36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5E2A-6B45-41B6-B4EF-8EEA783DE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175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5C8017-F34F-9FCF-415E-7CCF1FE76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ECBF31-85B0-9A6E-BDA7-26F7C8FF5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0D5101-5F7E-918D-54A9-9F8E21F9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E63D-D056-4BDE-8847-FB58B67EB839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1F8EBA-1A95-3BC2-2C52-A51E1FDB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50F47A-742D-4EEC-D024-DB0CDE813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F5E2A-6B45-41B6-B4EF-8EEA783DE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717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EA3A626-80BD-0985-23FF-20898EF8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DF6956-BCED-FA0A-964A-F8C7B4822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13EFBA-8277-480B-625A-7998CFCAD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BE63D-D056-4BDE-8847-FB58B67EB839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644E8B-8664-2474-34DC-A33243DB2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7AD449-4F03-9D6D-D23A-3F9D3DA7F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F5E2A-6B45-41B6-B4EF-8EEA783DE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74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 descr="Homme contour">
            <a:extLst>
              <a:ext uri="{FF2B5EF4-FFF2-40B4-BE49-F238E27FC236}">
                <a16:creationId xmlns:a16="http://schemas.microsoft.com/office/drawing/2014/main" id="{057ADDE9-B4BA-587B-E25F-C77395F89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7312"/>
            <a:ext cx="1055915" cy="105591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BBEE2A8-9DCC-4410-9161-69693FA05736}"/>
              </a:ext>
            </a:extLst>
          </p:cNvPr>
          <p:cNvSpPr txBox="1"/>
          <p:nvPr/>
        </p:nvSpPr>
        <p:spPr>
          <a:xfrm>
            <a:off x="85464" y="1992085"/>
            <a:ext cx="884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Patient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9E173D-CD80-B02B-9BE7-63E4285F4BA6}"/>
              </a:ext>
            </a:extLst>
          </p:cNvPr>
          <p:cNvSpPr/>
          <p:nvPr/>
        </p:nvSpPr>
        <p:spPr>
          <a:xfrm>
            <a:off x="2166259" y="685017"/>
            <a:ext cx="2688771" cy="167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C7BC3D1-B5EB-DF0F-12D1-C35D83AB0ABC}"/>
              </a:ext>
            </a:extLst>
          </p:cNvPr>
          <p:cNvSpPr txBox="1"/>
          <p:nvPr/>
        </p:nvSpPr>
        <p:spPr>
          <a:xfrm>
            <a:off x="2380424" y="728560"/>
            <a:ext cx="2031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Exercice en cours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703654-4870-9468-1221-51EC01958DB4}"/>
              </a:ext>
            </a:extLst>
          </p:cNvPr>
          <p:cNvSpPr/>
          <p:nvPr/>
        </p:nvSpPr>
        <p:spPr>
          <a:xfrm>
            <a:off x="2166259" y="3199617"/>
            <a:ext cx="2688771" cy="167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E511783-C4B0-3B5C-7FF0-72E897C6B1EB}"/>
              </a:ext>
            </a:extLst>
          </p:cNvPr>
          <p:cNvSpPr txBox="1"/>
          <p:nvPr/>
        </p:nvSpPr>
        <p:spPr>
          <a:xfrm>
            <a:off x="2389178" y="3341912"/>
            <a:ext cx="1896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Exercice suivant</a:t>
            </a:r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8DEA8FDD-BAA3-72F4-97CF-802B4760B7AB}"/>
              </a:ext>
            </a:extLst>
          </p:cNvPr>
          <p:cNvSpPr/>
          <p:nvPr/>
        </p:nvSpPr>
        <p:spPr>
          <a:xfrm>
            <a:off x="1055915" y="1273628"/>
            <a:ext cx="979715" cy="2068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498FC711-AFFD-DA1C-B383-0DD9F03E1052}"/>
              </a:ext>
            </a:extLst>
          </p:cNvPr>
          <p:cNvSpPr/>
          <p:nvPr/>
        </p:nvSpPr>
        <p:spPr>
          <a:xfrm>
            <a:off x="3396343" y="2458606"/>
            <a:ext cx="272143" cy="5116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3C3FF45-D217-4669-BC5D-EBD20DCD36B8}"/>
              </a:ext>
            </a:extLst>
          </p:cNvPr>
          <p:cNvSpPr txBox="1"/>
          <p:nvPr/>
        </p:nvSpPr>
        <p:spPr>
          <a:xfrm>
            <a:off x="2380424" y="1141435"/>
            <a:ext cx="1775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Niveau</a:t>
            </a:r>
          </a:p>
          <a:p>
            <a:r>
              <a:rPr lang="fr-FR" dirty="0"/>
              <a:t>Taux de réussite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7EDCBB1-3135-8A0C-8DB5-3522E73C0C08}"/>
              </a:ext>
            </a:extLst>
          </p:cNvPr>
          <p:cNvSpPr txBox="1"/>
          <p:nvPr/>
        </p:nvSpPr>
        <p:spPr>
          <a:xfrm>
            <a:off x="2380424" y="3711244"/>
            <a:ext cx="1775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Niveau</a:t>
            </a:r>
          </a:p>
          <a:p>
            <a:r>
              <a:rPr lang="fr-FR" dirty="0"/>
              <a:t>Taux de réussite</a:t>
            </a:r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B66DE46D-BFFB-1180-86CF-F115B2A84324}"/>
              </a:ext>
            </a:extLst>
          </p:cNvPr>
          <p:cNvSpPr/>
          <p:nvPr/>
        </p:nvSpPr>
        <p:spPr>
          <a:xfrm>
            <a:off x="5170716" y="1235218"/>
            <a:ext cx="696686" cy="2452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Graphique 17" descr="Sac de course contour">
            <a:extLst>
              <a:ext uri="{FF2B5EF4-FFF2-40B4-BE49-F238E27FC236}">
                <a16:creationId xmlns:a16="http://schemas.microsoft.com/office/drawing/2014/main" id="{BD7EE9FF-C1A6-DD77-6450-2E7253C21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62955" y="489857"/>
            <a:ext cx="1774370" cy="177437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3A4759A9-7044-40E2-5DC6-A05CAD3B45C6}"/>
              </a:ext>
            </a:extLst>
          </p:cNvPr>
          <p:cNvSpPr txBox="1"/>
          <p:nvPr/>
        </p:nvSpPr>
        <p:spPr>
          <a:xfrm>
            <a:off x="5634221" y="163367"/>
            <a:ext cx="2100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Catégorie de mots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EF10647-325B-5463-E1C6-934F643927EE}"/>
              </a:ext>
            </a:extLst>
          </p:cNvPr>
          <p:cNvSpPr txBox="1"/>
          <p:nvPr/>
        </p:nvSpPr>
        <p:spPr>
          <a:xfrm>
            <a:off x="7223488" y="879787"/>
            <a:ext cx="42272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Phonème de travail : </a:t>
            </a:r>
            <a:r>
              <a:rPr lang="fr-FR" dirty="0" err="1"/>
              <a:t>Ch</a:t>
            </a:r>
            <a:r>
              <a:rPr lang="fr-FR" dirty="0"/>
              <a:t>, </a:t>
            </a:r>
            <a:r>
              <a:rPr lang="fr-FR" dirty="0" err="1"/>
              <a:t>Ze</a:t>
            </a:r>
            <a:r>
              <a:rPr lang="fr-FR" dirty="0"/>
              <a:t>, …</a:t>
            </a:r>
          </a:p>
          <a:p>
            <a:r>
              <a:rPr lang="fr-FR" dirty="0"/>
              <a:t>Position : début milieu, fin</a:t>
            </a:r>
          </a:p>
          <a:p>
            <a:r>
              <a:rPr lang="fr-FR" dirty="0"/>
              <a:t>Phonème suivant : Type E1 ou Type E2</a:t>
            </a:r>
          </a:p>
          <a:p>
            <a:r>
              <a:rPr lang="fr-FR" dirty="0"/>
              <a:t>Phonème précédent : Type E1 ou Type E2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11919DA-B8BC-43D4-E313-91CC9D1841AB}"/>
              </a:ext>
            </a:extLst>
          </p:cNvPr>
          <p:cNvSpPr txBox="1"/>
          <p:nvPr/>
        </p:nvSpPr>
        <p:spPr>
          <a:xfrm>
            <a:off x="7223488" y="2177260"/>
            <a:ext cx="43436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E1 = {"a" , "an" , "</a:t>
            </a:r>
            <a:r>
              <a:rPr lang="fr-FR" dirty="0" err="1"/>
              <a:t>ein</a:t>
            </a:r>
            <a:r>
              <a:rPr lang="fr-FR" dirty="0"/>
              <a:t>" , "i" , "in" , "on" , "un"}</a:t>
            </a:r>
          </a:p>
          <a:p>
            <a:r>
              <a:rPr lang="fr-FR" dirty="0"/>
              <a:t>E2 = </a:t>
            </a:r>
            <a:r>
              <a:rPr lang="pt-BR" dirty="0"/>
              <a:t>{"e" , "en" , "o" , "ou" , "u"}</a:t>
            </a:r>
          </a:p>
          <a:p>
            <a:r>
              <a:rPr lang="pt-BR" dirty="0"/>
              <a:t>E3 = {...}</a:t>
            </a:r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0C92D75-2ECA-35E8-D1D1-25FC85AC7A45}"/>
              </a:ext>
            </a:extLst>
          </p:cNvPr>
          <p:cNvSpPr txBox="1"/>
          <p:nvPr/>
        </p:nvSpPr>
        <p:spPr>
          <a:xfrm>
            <a:off x="5867402" y="4034409"/>
            <a:ext cx="6324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Règles</a:t>
            </a:r>
          </a:p>
          <a:p>
            <a:r>
              <a:rPr lang="fr-FR" dirty="0"/>
              <a:t>Taux réussite de l’exo en cours &gt;= 80 alors réussite et passer au niveau suivant</a:t>
            </a:r>
          </a:p>
          <a:p>
            <a:r>
              <a:rPr lang="fr-FR" dirty="0"/>
              <a:t>Sinon (taux de réussite &lt;80) alors Pas réussite ….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7318C06-0536-BFF5-6417-43DB86BE3EA6}"/>
              </a:ext>
            </a:extLst>
          </p:cNvPr>
          <p:cNvSpPr txBox="1"/>
          <p:nvPr/>
        </p:nvSpPr>
        <p:spPr>
          <a:xfrm>
            <a:off x="6211116" y="1377042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Ch</a:t>
            </a:r>
            <a:endParaRPr lang="fr-FR" dirty="0"/>
          </a:p>
          <a:p>
            <a:r>
              <a:rPr lang="fr-FR" dirty="0"/>
              <a:t>début</a:t>
            </a:r>
          </a:p>
        </p:txBody>
      </p:sp>
    </p:spTree>
    <p:extLst>
      <p:ext uri="{BB962C8B-B14F-4D97-AF65-F5344CB8AC3E}">
        <p14:creationId xmlns:p14="http://schemas.microsoft.com/office/powerpoint/2010/main" val="2741625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9D4B-2E00-1F06-4584-23FDF2A0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C1239E9E-8DC3-9B83-5FAC-05B451D93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565886"/>
              </p:ext>
            </p:extLst>
          </p:nvPr>
        </p:nvGraphicFramePr>
        <p:xfrm>
          <a:off x="2032000" y="719665"/>
          <a:ext cx="8309427" cy="4353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061">
                  <a:extLst>
                    <a:ext uri="{9D8B030D-6E8A-4147-A177-3AD203B41FA5}">
                      <a16:colId xmlns:a16="http://schemas.microsoft.com/office/drawing/2014/main" val="742116900"/>
                    </a:ext>
                  </a:extLst>
                </a:gridCol>
                <a:gridCol w="1187061">
                  <a:extLst>
                    <a:ext uri="{9D8B030D-6E8A-4147-A177-3AD203B41FA5}">
                      <a16:colId xmlns:a16="http://schemas.microsoft.com/office/drawing/2014/main" val="1551452529"/>
                    </a:ext>
                  </a:extLst>
                </a:gridCol>
                <a:gridCol w="1187061">
                  <a:extLst>
                    <a:ext uri="{9D8B030D-6E8A-4147-A177-3AD203B41FA5}">
                      <a16:colId xmlns:a16="http://schemas.microsoft.com/office/drawing/2014/main" val="2675651367"/>
                    </a:ext>
                  </a:extLst>
                </a:gridCol>
                <a:gridCol w="1187061">
                  <a:extLst>
                    <a:ext uri="{9D8B030D-6E8A-4147-A177-3AD203B41FA5}">
                      <a16:colId xmlns:a16="http://schemas.microsoft.com/office/drawing/2014/main" val="2265220986"/>
                    </a:ext>
                  </a:extLst>
                </a:gridCol>
                <a:gridCol w="1187061">
                  <a:extLst>
                    <a:ext uri="{9D8B030D-6E8A-4147-A177-3AD203B41FA5}">
                      <a16:colId xmlns:a16="http://schemas.microsoft.com/office/drawing/2014/main" val="3470789420"/>
                    </a:ext>
                  </a:extLst>
                </a:gridCol>
                <a:gridCol w="1187061">
                  <a:extLst>
                    <a:ext uri="{9D8B030D-6E8A-4147-A177-3AD203B41FA5}">
                      <a16:colId xmlns:a16="http://schemas.microsoft.com/office/drawing/2014/main" val="349286700"/>
                    </a:ext>
                  </a:extLst>
                </a:gridCol>
                <a:gridCol w="1187061">
                  <a:extLst>
                    <a:ext uri="{9D8B030D-6E8A-4147-A177-3AD203B41FA5}">
                      <a16:colId xmlns:a16="http://schemas.microsoft.com/office/drawing/2014/main" val="265879017"/>
                    </a:ext>
                  </a:extLst>
                </a:gridCol>
              </a:tblGrid>
              <a:tr h="72551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48943"/>
                  </a:ext>
                </a:extLst>
              </a:tr>
              <a:tr h="72551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15496"/>
                  </a:ext>
                </a:extLst>
              </a:tr>
              <a:tr h="72551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214364"/>
                  </a:ext>
                </a:extLst>
              </a:tr>
              <a:tr h="72551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2800"/>
                  </a:ext>
                </a:extLst>
              </a:tr>
              <a:tr h="72551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643361"/>
                  </a:ext>
                </a:extLst>
              </a:tr>
              <a:tr h="72551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62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8398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131</Words>
  <Application>Microsoft Office PowerPoint</Application>
  <PresentationFormat>Grand écran</PresentationFormat>
  <Paragraphs>20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Ouassila Narsis</dc:creator>
  <cp:lastModifiedBy>Ouassila Narsis</cp:lastModifiedBy>
  <cp:revision>1</cp:revision>
  <dcterms:created xsi:type="dcterms:W3CDTF">2026-03-28T09:08:48Z</dcterms:created>
  <dcterms:modified xsi:type="dcterms:W3CDTF">2026-03-28T09:38:28Z</dcterms:modified>
</cp:coreProperties>
</file>